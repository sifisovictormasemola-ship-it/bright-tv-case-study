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67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957B7-4984-FE56-4766-0F28557DA3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2E6A9E-6CD5-6005-98AB-465458AED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7B925-297B-5ADD-4558-5CC20F5F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81EA9-C4F3-465F-9183-377E1059A71E}" type="datetimeFigureOut">
              <a:rPr lang="en-ZA" smtClean="0"/>
              <a:t>2026/07/17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02633-B3D9-61CB-6C9D-DD96B76AE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5101C-8162-768E-1BD9-A71F4AC4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F31C9-353E-408D-B541-2F906429B7F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0336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928A5-D0DA-1030-245B-C21F944FF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4095C-1B22-C947-78AD-DD7403931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4A900-DFBF-7941-8E5C-80B33DDB2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81EA9-C4F3-465F-9183-377E1059A71E}" type="datetimeFigureOut">
              <a:rPr lang="en-ZA" smtClean="0"/>
              <a:t>2026/07/17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8A786-7350-B89B-4AF8-0E66FA0AE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70273-2C25-BAA7-FA50-B3CBC0AA2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F31C9-353E-408D-B541-2F906429B7F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8562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0EEEC-A11C-2CA1-1B10-56340BF7D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20D86-1BFB-3A68-6E0A-6F7D5EB5B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344E4-F47D-97A0-5458-8A831970C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81EA9-C4F3-465F-9183-377E1059A71E}" type="datetimeFigureOut">
              <a:rPr lang="en-ZA" smtClean="0"/>
              <a:t>2026/07/17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840A9-6614-C641-EB07-F336EBE64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4F3F3-B528-1790-7F86-D230E5D5B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F31C9-353E-408D-B541-2F906429B7F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002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1C6F-75D0-CB86-87D3-18A7137F8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33F72-893D-413B-9A53-1210D7A0C0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6F0B4-DDCC-C1D8-592C-BC5C59AC2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B9207-E00D-6ECB-EDBC-11289FF96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81EA9-C4F3-465F-9183-377E1059A71E}" type="datetimeFigureOut">
              <a:rPr lang="en-ZA" smtClean="0"/>
              <a:t>2026/07/17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962C1-2C69-5786-CD35-66D9C3C23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CE022-24E1-23C9-64FF-185B293A7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F31C9-353E-408D-B541-2F906429B7F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5102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95F95-DCFD-472A-AAC9-ECBFFB7F8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015E9-7BF6-7D78-E430-2364C5A07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9028DD-61B1-86B9-60D9-647E2509F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5BE294-D2A6-D683-BB7B-67FA96DE9A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5F16A9-CD41-EBEE-5A2F-8285DD25E2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1276A1-8437-74CD-39AB-DCF15C7B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81EA9-C4F3-465F-9183-377E1059A71E}" type="datetimeFigureOut">
              <a:rPr lang="en-ZA" smtClean="0"/>
              <a:t>2026/07/17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CF50A1-F67F-1955-147E-C56267951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47CCEC-61CC-BEA9-6B62-C83BAFC7C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F31C9-353E-408D-B541-2F906429B7F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76696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9C317-F36B-E772-34D5-D0A5590EA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C356E9-C501-DC1A-EEDA-E3B873B81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81EA9-C4F3-465F-9183-377E1059A71E}" type="datetimeFigureOut">
              <a:rPr lang="en-ZA" smtClean="0"/>
              <a:t>2026/07/17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9A0D20-17D2-8BC8-F781-9BAD27B9B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00948C-1204-F3C3-914A-74A79C7D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F31C9-353E-408D-B541-2F906429B7F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6387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B54BF9-DA3A-E34A-162B-FCB230A4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81EA9-C4F3-465F-9183-377E1059A71E}" type="datetimeFigureOut">
              <a:rPr lang="en-ZA" smtClean="0"/>
              <a:t>2026/07/17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04DBA1-AA43-9E11-4F81-43E69D60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C762F-CCD4-F9EE-A052-F01000B4D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F31C9-353E-408D-B541-2F906429B7F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89639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800ED-721E-53F9-DCEF-A0F782814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62E1D-B038-1B86-8F15-6901BDC29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DD124-7C9A-C2A3-8E3C-E8F6EAE19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E405B-0111-2C8D-8951-F2BBE6D09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81EA9-C4F3-465F-9183-377E1059A71E}" type="datetimeFigureOut">
              <a:rPr lang="en-ZA" smtClean="0"/>
              <a:t>2026/07/17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2F7BE-2EB1-34C5-80E3-F14B6A17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464AB-873C-60CB-3D91-43B996279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F31C9-353E-408D-B541-2F906429B7F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93529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8AF88-0FEC-521D-F1CB-5BCFCD212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34F126-BFC5-E3B7-E346-25A9C78709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D643A5-A884-E79D-183F-A02962901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A0F7F-591F-ED62-7CA1-092F6BE1B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81EA9-C4F3-465F-9183-377E1059A71E}" type="datetimeFigureOut">
              <a:rPr lang="en-ZA" smtClean="0"/>
              <a:t>2026/07/17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F1BE1-7514-CA91-79BF-F5AC0912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F080F8-72E9-2F5B-8ED5-515835C2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F31C9-353E-408D-B541-2F906429B7F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96511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8B983-5421-5F49-9358-66ECD996B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955443-83F9-F5AB-828B-706DB003D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3D3E3-B845-DC3C-C7D2-ADBAF1834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81EA9-C4F3-465F-9183-377E1059A71E}" type="datetimeFigureOut">
              <a:rPr lang="en-ZA" smtClean="0"/>
              <a:t>2026/07/17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02B6B-9634-0EED-DFC4-9519CCE98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CD033-E906-A388-7A7E-892BA0201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F31C9-353E-408D-B541-2F906429B7F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1324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21494B-38E4-34AA-8F1F-7D637910C9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686CA2-7172-878E-EBD8-E01873FCA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4346E-2DF1-61BE-0F57-B561725A1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81EA9-C4F3-465F-9183-377E1059A71E}" type="datetimeFigureOut">
              <a:rPr lang="en-ZA" smtClean="0"/>
              <a:t>2026/07/17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91AC2-8E08-4C18-5241-AF9AC0DD7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42BC8-0313-7850-4691-A30C371F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F31C9-353E-408D-B541-2F906429B7F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261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245BAF-9B78-951E-D715-1CC87A761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86E11-94D0-C030-9A3D-48C51EBD6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51A09-1015-3F47-6A29-4193E926FA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781EA9-C4F3-465F-9183-377E1059A71E}" type="datetimeFigureOut">
              <a:rPr lang="en-ZA" smtClean="0"/>
              <a:t>2026/07/17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84237-287D-5774-ED0F-3F681F025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F5AA1-E350-931B-D467-736F6CCAA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4F31C9-353E-408D-B541-2F906429B7F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45226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C5DF9-ADC6-1089-E9B5-1F0C74F19D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C42DC5-37A4-CD74-8613-E334D70C7A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54C2F6-A489-1638-5752-54C6C1DAF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" y="71437"/>
            <a:ext cx="11972925" cy="671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799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4FE59F3-F8AB-B936-6A21-7B7A6799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endParaRPr lang="en-ZA" sz="3600" dirty="0">
              <a:solidFill>
                <a:schemeClr val="tx2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AB94A61-F08A-5B20-36EB-2BF15FB165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8230" y="-8167"/>
            <a:ext cx="12311829" cy="68580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53766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BDD89E9-3056-9DAB-29A5-33023E7B2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endParaRPr lang="en-ZA" sz="3600">
              <a:solidFill>
                <a:schemeClr val="tx2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C16E13-37A9-1AAA-769D-C98D31D5BD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979" y="1"/>
            <a:ext cx="12218920" cy="6857922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84131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9D629-93C2-856F-DB42-27725D7FA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ACF41E-8BE5-0535-5ADF-DCDD02644C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1120"/>
            <a:ext cx="12192000" cy="678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415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9B066-BC84-539E-7E10-D22567B9B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1C4905-8B2E-42CD-B2BE-6044FFFC85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889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5CF83-9221-31CB-F91D-C25E5D16C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AC45EAA-3712-5AA3-21A0-592CFB1C31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108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C2D0D-37E6-B2A0-A045-F47B9DB2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D9A914-8C18-6142-73BE-97256F19D8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773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C3377-71C5-5A64-5F19-37B9E1F03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AAFB61C-47FE-9B10-32F0-93204E4C55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12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252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DF55A-F8AD-2D22-8CDB-5787E1DD4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C1A02A-CFE0-112B-086A-4DC99A42F0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3240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492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ADA4B-CEF3-3FC3-372C-B54160D56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AFD053-B47F-9FBF-6368-D2B1FBBD50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631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80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7367-37CF-23DA-9257-9373CAF1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87956B7-2AC0-FA99-E962-FDC609FD0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1120" y="0"/>
            <a:ext cx="12263120" cy="704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940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Matshidiso Maila</dc:creator>
  <cp:lastModifiedBy>Matshidiso Maila</cp:lastModifiedBy>
  <cp:revision>1</cp:revision>
  <dcterms:created xsi:type="dcterms:W3CDTF">2026-07-17T17:12:04Z</dcterms:created>
  <dcterms:modified xsi:type="dcterms:W3CDTF">2026-07-17T17:22:30Z</dcterms:modified>
</cp:coreProperties>
</file>