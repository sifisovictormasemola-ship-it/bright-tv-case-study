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772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07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99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538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16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7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79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404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56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589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458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064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1" r:id="rId6"/>
    <p:sldLayoutId id="2147483687" r:id="rId7"/>
    <p:sldLayoutId id="2147483688" r:id="rId8"/>
    <p:sldLayoutId id="2147483689" r:id="rId9"/>
    <p:sldLayoutId id="2147483690" r:id="rId10"/>
    <p:sldLayoutId id="214748369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C7EB44-9FA4-32AF-B2B8-4ABDF598B6A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7040" b="2598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38EEC7-1853-F77A-B2CA-0674C3829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ZA" sz="5400">
                <a:solidFill>
                  <a:srgbClr val="FFFFFF"/>
                </a:solidFill>
              </a:rPr>
              <a:t>Bright tv analysis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F9F07B-5634-3182-EADE-62C27C616B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r>
              <a:rPr lang="en-ZA" sz="2200">
                <a:solidFill>
                  <a:srgbClr val="FFFFFF"/>
                </a:solidFill>
              </a:rPr>
              <a:t>Power BI visuals</a:t>
            </a:r>
          </a:p>
        </p:txBody>
      </p:sp>
    </p:spTree>
    <p:extLst>
      <p:ext uri="{BB962C8B-B14F-4D97-AF65-F5344CB8AC3E}">
        <p14:creationId xmlns:p14="http://schemas.microsoft.com/office/powerpoint/2010/main" val="37363496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F8BE9A2-8956-141B-BFE6-C607C93D8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57AA75-C241-F090-B5A4-AEA5BB2FD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4" y="4837132"/>
            <a:ext cx="4705097" cy="161568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Age groups and Subs by region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D5C6B925-493F-8915-66F2-0FD2CE27D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9333" y="4837132"/>
            <a:ext cx="5753567" cy="1615684"/>
          </a:xfrm>
        </p:spPr>
        <p:txBody>
          <a:bodyPr>
            <a:normAutofit fontScale="85000" lnSpcReduction="10000"/>
          </a:bodyPr>
          <a:lstStyle/>
          <a:p>
            <a:r>
              <a:rPr lang="en-US" sz="1800" dirty="0"/>
              <a:t>There 7 Age groups, 10K Subs and 10 count of regions</a:t>
            </a:r>
          </a:p>
          <a:p>
            <a:r>
              <a:rPr lang="en-US" sz="1800" dirty="0"/>
              <a:t>Slicer for day classification to analyze which day classification has more views.</a:t>
            </a:r>
          </a:p>
          <a:p>
            <a:r>
              <a:rPr lang="en-US" sz="1800" dirty="0"/>
              <a:t>Slicer on gender to analyze which gender views the most between weekdays and weekends.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F46395-E3F8-BBA3-CD10-3EBA5AD73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" y="0"/>
            <a:ext cx="12023893" cy="483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800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4488F-8509-C756-DC17-8A300E27C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C0083-9CB4-5D1E-DA46-0486C3299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4" y="4837132"/>
            <a:ext cx="4705097" cy="161568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Ethnicity groups and Subs by channel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19555324-4DEC-9205-3996-BCAB5DE55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9333" y="4837132"/>
            <a:ext cx="5753567" cy="1615684"/>
          </a:xfrm>
        </p:spPr>
        <p:txBody>
          <a:bodyPr>
            <a:normAutofit/>
          </a:bodyPr>
          <a:lstStyle/>
          <a:p>
            <a:r>
              <a:rPr lang="en-US" sz="1800" dirty="0"/>
              <a:t>There 5 race groups, 19 channels and 7 count of day names. </a:t>
            </a:r>
          </a:p>
          <a:p>
            <a:r>
              <a:rPr lang="en-US" sz="1800" dirty="0"/>
              <a:t>Slicer on gender to analyze which gender views the most between day names and channels.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55074E-334B-1FC3-F891-602F43FD4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081"/>
            <a:ext cx="12192000" cy="456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758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888D6-30E4-FA30-BD06-FD0AC9C49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20B2-8B36-BC76-81F3-7B1753D55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4" y="4837132"/>
            <a:ext cx="4705097" cy="161568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Subs viewing per day and most viewing gender p/m.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1F9F620B-BFDF-8C71-65E4-CDF7D3435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9333" y="4837132"/>
            <a:ext cx="5753567" cy="1615684"/>
          </a:xfrm>
        </p:spPr>
        <p:txBody>
          <a:bodyPr>
            <a:normAutofit/>
          </a:bodyPr>
          <a:lstStyle/>
          <a:p>
            <a:r>
              <a:rPr lang="en-US" sz="1800" dirty="0"/>
              <a:t>Count of days of month 31 and count of days per week which 7.</a:t>
            </a:r>
          </a:p>
          <a:p>
            <a:r>
              <a:rPr lang="en-US" sz="1800" dirty="0"/>
              <a:t>Month name slicer to analyze zoom in on a number of subscribers per day.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7F645E-77AA-2F8E-F9B2-0FD7E4699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281"/>
            <a:ext cx="12192000" cy="453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621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838D4-127E-E23F-FA99-42A8A24BF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5A3A1-7F96-12B5-1F7F-0C1C13794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4" y="4837132"/>
            <a:ext cx="4705097" cy="161568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Subs by time of day and the utilization.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88BA684C-7787-FC9D-0B75-F5A992E89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9333" y="4837132"/>
            <a:ext cx="5753567" cy="1615684"/>
          </a:xfrm>
        </p:spPr>
        <p:txBody>
          <a:bodyPr>
            <a:normAutofit/>
          </a:bodyPr>
          <a:lstStyle/>
          <a:p>
            <a:r>
              <a:rPr lang="en-US" sz="1800" dirty="0"/>
              <a:t>Slicer for age groups to analyze which group views and utilize the most.</a:t>
            </a:r>
          </a:p>
          <a:p>
            <a:r>
              <a:rPr lang="en-US" sz="1800" dirty="0"/>
              <a:t>Slicer on race to analyze which race utilize the tv and on which period of the day.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75624A-38A3-8EE3-9DEC-7AB142A08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1"/>
            <a:ext cx="12192000" cy="46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630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70DFA-5E90-4EF6-3E3A-039D7CD2E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41C9F-2BDC-6850-7A4E-3253A9AA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4" y="4837132"/>
            <a:ext cx="4705097" cy="161568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Count of duration by hour of the day and gender.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59F5BC44-E448-53B7-A14B-196071B0D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9333" y="4837132"/>
            <a:ext cx="5753567" cy="1615684"/>
          </a:xfrm>
        </p:spPr>
        <p:txBody>
          <a:bodyPr>
            <a:normAutofit/>
          </a:bodyPr>
          <a:lstStyle/>
          <a:p>
            <a:r>
              <a:rPr lang="en-US" sz="1800" dirty="0"/>
              <a:t>The slide is to show the peek hour regarding views and by which gender.</a:t>
            </a:r>
          </a:p>
          <a:p>
            <a:r>
              <a:rPr lang="en-US" sz="1800" dirty="0"/>
              <a:t>Slicer for region and age groups to analyze which Province uses the most or </a:t>
            </a:r>
            <a:r>
              <a:rPr lang="en-US" sz="1800"/>
              <a:t>least television.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0368B0-652A-9CAA-65BB-3C92B1A15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83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173474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Neue Haas Grotesk Text Pro</vt:lpstr>
      <vt:lpstr>VanillaVTI</vt:lpstr>
      <vt:lpstr>Bright tv analysis </vt:lpstr>
      <vt:lpstr>Age groups and Subs by region</vt:lpstr>
      <vt:lpstr>Ethnicity groups and Subs by channel</vt:lpstr>
      <vt:lpstr>Subs viewing per day and most viewing gender p/m.</vt:lpstr>
      <vt:lpstr>Subs by time of day and the utilization.</vt:lpstr>
      <vt:lpstr>Count of duration by hour of the day and gender.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Matshidiso Maila</dc:creator>
  <cp:lastModifiedBy>Matshidiso Maila</cp:lastModifiedBy>
  <cp:revision>5</cp:revision>
  <dcterms:created xsi:type="dcterms:W3CDTF">2026-07-13T12:54:45Z</dcterms:created>
  <dcterms:modified xsi:type="dcterms:W3CDTF">2026-07-13T13:36:25Z</dcterms:modified>
</cp:coreProperties>
</file>